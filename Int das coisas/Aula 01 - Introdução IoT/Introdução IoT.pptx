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4" r:id="rId2"/>
    <p:sldId id="256" r:id="rId3"/>
    <p:sldId id="257" r:id="rId4"/>
    <p:sldId id="260" r:id="rId5"/>
    <p:sldId id="261" r:id="rId6"/>
    <p:sldId id="265" r:id="rId7"/>
    <p:sldId id="267" r:id="rId8"/>
    <p:sldId id="262" r:id="rId9"/>
    <p:sldId id="268" r:id="rId10"/>
    <p:sldId id="270" r:id="rId11"/>
    <p:sldId id="271" r:id="rId12"/>
    <p:sldId id="272" r:id="rId13"/>
    <p:sldId id="273" r:id="rId14"/>
    <p:sldId id="274" r:id="rId15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5B72A06-CCA3-26F2-1A07-6D8911F14E60}" v="10" dt="2025-05-15T00:22:45.932"/>
    <p1510:client id="{5CD5B45D-B068-625A-0DE4-E118B32509CB}" v="3" dt="2025-05-15T19:23:56.252"/>
    <p1510:client id="{7666D2FE-617B-5ECD-DEC1-78345A07C332}" v="488" dt="2025-05-14T23:38:11.578"/>
    <p1510:client id="{A448F846-85CF-3444-0260-816AB6D003C9}" v="76" dt="2025-05-15T00:56:54.94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3" d="100"/>
          <a:sy n="63" d="100"/>
        </p:scale>
        <p:origin x="780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EANDRO TOSS HOFFMANN" userId="S::leandro.hoffmann@fatec.sp.gov.br::44b209fa-a019-4648-bc7a-d5844cd98508" providerId="AD" clId="Web-{05B72A06-CCA3-26F2-1A07-6D8911F14E60}"/>
    <pc:docChg chg="modSld">
      <pc:chgData name="LEANDRO TOSS HOFFMANN" userId="S::leandro.hoffmann@fatec.sp.gov.br::44b209fa-a019-4648-bc7a-d5844cd98508" providerId="AD" clId="Web-{05B72A06-CCA3-26F2-1A07-6D8911F14E60}" dt="2025-05-15T00:22:47.682" v="8"/>
      <pc:docMkLst>
        <pc:docMk/>
      </pc:docMkLst>
      <pc:sldChg chg="modSp mod modClrScheme chgLayout">
        <pc:chgData name="LEANDRO TOSS HOFFMANN" userId="S::leandro.hoffmann@fatec.sp.gov.br::44b209fa-a019-4648-bc7a-d5844cd98508" providerId="AD" clId="Web-{05B72A06-CCA3-26F2-1A07-6D8911F14E60}" dt="2025-05-15T00:12:21.213" v="6" actId="20577"/>
        <pc:sldMkLst>
          <pc:docMk/>
          <pc:sldMk cId="2210866551" sldId="256"/>
        </pc:sldMkLst>
        <pc:spChg chg="mod ord">
          <ac:chgData name="LEANDRO TOSS HOFFMANN" userId="S::leandro.hoffmann@fatec.sp.gov.br::44b209fa-a019-4648-bc7a-d5844cd98508" providerId="AD" clId="Web-{05B72A06-CCA3-26F2-1A07-6D8911F14E60}" dt="2025-05-14T21:53:55.156" v="0"/>
          <ac:spMkLst>
            <pc:docMk/>
            <pc:sldMk cId="2210866551" sldId="256"/>
            <ac:spMk id="2" creationId="{00000000-0000-0000-0000-000000000000}"/>
          </ac:spMkLst>
        </pc:spChg>
        <pc:spChg chg="mod ord">
          <ac:chgData name="LEANDRO TOSS HOFFMANN" userId="S::leandro.hoffmann@fatec.sp.gov.br::44b209fa-a019-4648-bc7a-d5844cd98508" providerId="AD" clId="Web-{05B72A06-CCA3-26F2-1A07-6D8911F14E60}" dt="2025-05-15T00:12:21.213" v="6" actId="20577"/>
          <ac:spMkLst>
            <pc:docMk/>
            <pc:sldMk cId="2210866551" sldId="256"/>
            <ac:spMk id="3" creationId="{00000000-0000-0000-0000-000000000000}"/>
          </ac:spMkLst>
        </pc:spChg>
      </pc:sldChg>
      <pc:sldChg chg="addSp delSp modSp mod setBg">
        <pc:chgData name="LEANDRO TOSS HOFFMANN" userId="S::leandro.hoffmann@fatec.sp.gov.br::44b209fa-a019-4648-bc7a-d5844cd98508" providerId="AD" clId="Web-{05B72A06-CCA3-26F2-1A07-6D8911F14E60}" dt="2025-05-15T00:22:47.682" v="8"/>
        <pc:sldMkLst>
          <pc:docMk/>
          <pc:sldMk cId="1292908324" sldId="258"/>
        </pc:sldMkLst>
        <pc:spChg chg="mod ord">
          <ac:chgData name="LEANDRO TOSS HOFFMANN" userId="S::leandro.hoffmann@fatec.sp.gov.br::44b209fa-a019-4648-bc7a-d5844cd98508" providerId="AD" clId="Web-{05B72A06-CCA3-26F2-1A07-6D8911F14E60}" dt="2025-05-15T00:22:47.682" v="8"/>
          <ac:spMkLst>
            <pc:docMk/>
            <pc:sldMk cId="1292908324" sldId="258"/>
            <ac:spMk id="2" creationId="{2E1B3CD0-51B3-E058-B564-97BBA6A55167}"/>
          </ac:spMkLst>
        </pc:spChg>
        <pc:spChg chg="del">
          <ac:chgData name="LEANDRO TOSS HOFFMANN" userId="S::leandro.hoffmann@fatec.sp.gov.br::44b209fa-a019-4648-bc7a-d5844cd98508" providerId="AD" clId="Web-{05B72A06-CCA3-26F2-1A07-6D8911F14E60}" dt="2025-05-15T00:22:45.370" v="7"/>
          <ac:spMkLst>
            <pc:docMk/>
            <pc:sldMk cId="1292908324" sldId="258"/>
            <ac:spMk id="3" creationId="{3330EC2F-79F2-05BD-9887-42AA2D5CB98D}"/>
          </ac:spMkLst>
        </pc:spChg>
        <pc:spChg chg="add">
          <ac:chgData name="LEANDRO TOSS HOFFMANN" userId="S::leandro.hoffmann@fatec.sp.gov.br::44b209fa-a019-4648-bc7a-d5844cd98508" providerId="AD" clId="Web-{05B72A06-CCA3-26F2-1A07-6D8911F14E60}" dt="2025-05-15T00:22:47.682" v="8"/>
          <ac:spMkLst>
            <pc:docMk/>
            <pc:sldMk cId="1292908324" sldId="258"/>
            <ac:spMk id="9" creationId="{37C89E4B-3C9F-44B9-8B86-D9E3D112D8EC}"/>
          </ac:spMkLst>
        </pc:spChg>
        <pc:picChg chg="add mod ord">
          <ac:chgData name="LEANDRO TOSS HOFFMANN" userId="S::leandro.hoffmann@fatec.sp.gov.br::44b209fa-a019-4648-bc7a-d5844cd98508" providerId="AD" clId="Web-{05B72A06-CCA3-26F2-1A07-6D8911F14E60}" dt="2025-05-15T00:22:47.682" v="8"/>
          <ac:picMkLst>
            <pc:docMk/>
            <pc:sldMk cId="1292908324" sldId="258"/>
            <ac:picMk id="4" creationId="{34C68ACF-E134-A1F0-1EDE-C9F6AB80D310}"/>
          </ac:picMkLst>
        </pc:picChg>
        <pc:cxnChg chg="add">
          <ac:chgData name="LEANDRO TOSS HOFFMANN" userId="S::leandro.hoffmann@fatec.sp.gov.br::44b209fa-a019-4648-bc7a-d5844cd98508" providerId="AD" clId="Web-{05B72A06-CCA3-26F2-1A07-6D8911F14E60}" dt="2025-05-15T00:22:47.682" v="8"/>
          <ac:cxnSpMkLst>
            <pc:docMk/>
            <pc:sldMk cId="1292908324" sldId="258"/>
            <ac:cxnSpMk id="11" creationId="{AA2EAA10-076F-46BD-8F0F-B9A2FB77A85C}"/>
          </ac:cxnSpMkLst>
        </pc:cxnChg>
        <pc:cxnChg chg="add">
          <ac:chgData name="LEANDRO TOSS HOFFMANN" userId="S::leandro.hoffmann@fatec.sp.gov.br::44b209fa-a019-4648-bc7a-d5844cd98508" providerId="AD" clId="Web-{05B72A06-CCA3-26F2-1A07-6D8911F14E60}" dt="2025-05-15T00:22:47.682" v="8"/>
          <ac:cxnSpMkLst>
            <pc:docMk/>
            <pc:sldMk cId="1292908324" sldId="258"/>
            <ac:cxnSpMk id="13" creationId="{D891E407-403B-4764-86C9-33A56D3BCAA3}"/>
          </ac:cxnSpMkLst>
        </pc:cxnChg>
      </pc:sldChg>
    </pc:docChg>
  </pc:docChgLst>
  <pc:docChgLst>
    <pc:chgData name="LEANDRO TOSS HOFFMANN" userId="S::leandro.hoffmann@fatec.sp.gov.br::44b209fa-a019-4648-bc7a-d5844cd98508" providerId="AD" clId="Web-{A448F846-85CF-3444-0260-816AB6D003C9}"/>
    <pc:docChg chg="addSld modSld">
      <pc:chgData name="LEANDRO TOSS HOFFMANN" userId="S::leandro.hoffmann@fatec.sp.gov.br::44b209fa-a019-4648-bc7a-d5844cd98508" providerId="AD" clId="Web-{A448F846-85CF-3444-0260-816AB6D003C9}" dt="2025-05-15T00:56:47.228" v="73" actId="20577"/>
      <pc:docMkLst>
        <pc:docMk/>
      </pc:docMkLst>
      <pc:sldChg chg="modSp new">
        <pc:chgData name="LEANDRO TOSS HOFFMANN" userId="S::leandro.hoffmann@fatec.sp.gov.br::44b209fa-a019-4648-bc7a-d5844cd98508" providerId="AD" clId="Web-{A448F846-85CF-3444-0260-816AB6D003C9}" dt="2025-05-15T00:56:47.228" v="73" actId="20577"/>
        <pc:sldMkLst>
          <pc:docMk/>
          <pc:sldMk cId="4127050803" sldId="261"/>
        </pc:sldMkLst>
        <pc:spChg chg="mod">
          <ac:chgData name="LEANDRO TOSS HOFFMANN" userId="S::leandro.hoffmann@fatec.sp.gov.br::44b209fa-a019-4648-bc7a-d5844cd98508" providerId="AD" clId="Web-{A448F846-85CF-3444-0260-816AB6D003C9}" dt="2025-05-15T00:43:03.241" v="2" actId="20577"/>
          <ac:spMkLst>
            <pc:docMk/>
            <pc:sldMk cId="4127050803" sldId="261"/>
            <ac:spMk id="2" creationId="{FFC5737B-7E19-E2CF-D96A-066B440C7A74}"/>
          </ac:spMkLst>
        </pc:spChg>
        <pc:spChg chg="mod">
          <ac:chgData name="LEANDRO TOSS HOFFMANN" userId="S::leandro.hoffmann@fatec.sp.gov.br::44b209fa-a019-4648-bc7a-d5844cd98508" providerId="AD" clId="Web-{A448F846-85CF-3444-0260-816AB6D003C9}" dt="2025-05-15T00:56:47.228" v="73" actId="20577"/>
          <ac:spMkLst>
            <pc:docMk/>
            <pc:sldMk cId="4127050803" sldId="261"/>
            <ac:spMk id="3" creationId="{4C8EF02D-1DE7-EC0D-6400-363FEDAB9E44}"/>
          </ac:spMkLst>
        </pc:spChg>
      </pc:sldChg>
    </pc:docChg>
  </pc:docChgLst>
  <pc:docChgLst>
    <pc:chgData name="LEANDRO TOSS HOFFMANN" userId="S::leandro.hoffmann@fatec.sp.gov.br::44b209fa-a019-4648-bc7a-d5844cd98508" providerId="AD" clId="Web-{7666D2FE-617B-5ECD-DEC1-78345A07C332}"/>
    <pc:docChg chg="addSld modSld sldOrd">
      <pc:chgData name="LEANDRO TOSS HOFFMANN" userId="S::leandro.hoffmann@fatec.sp.gov.br::44b209fa-a019-4648-bc7a-d5844cd98508" providerId="AD" clId="Web-{7666D2FE-617B-5ECD-DEC1-78345A07C332}" dt="2025-05-14T23:38:11.578" v="484"/>
      <pc:docMkLst>
        <pc:docMk/>
      </pc:docMkLst>
      <pc:sldChg chg="modSp">
        <pc:chgData name="LEANDRO TOSS HOFFMANN" userId="S::leandro.hoffmann@fatec.sp.gov.br::44b209fa-a019-4648-bc7a-d5844cd98508" providerId="AD" clId="Web-{7666D2FE-617B-5ECD-DEC1-78345A07C332}" dt="2025-05-14T23:29:11.502" v="121" actId="20577"/>
        <pc:sldMkLst>
          <pc:docMk/>
          <pc:sldMk cId="2210866551" sldId="256"/>
        </pc:sldMkLst>
        <pc:spChg chg="mod">
          <ac:chgData name="LEANDRO TOSS HOFFMANN" userId="S::leandro.hoffmann@fatec.sp.gov.br::44b209fa-a019-4648-bc7a-d5844cd98508" providerId="AD" clId="Web-{7666D2FE-617B-5ECD-DEC1-78345A07C332}" dt="2025-05-14T23:27:50.560" v="4" actId="20577"/>
          <ac:spMkLst>
            <pc:docMk/>
            <pc:sldMk cId="2210866551" sldId="256"/>
            <ac:spMk id="2" creationId="{00000000-0000-0000-0000-000000000000}"/>
          </ac:spMkLst>
        </pc:spChg>
        <pc:spChg chg="mod">
          <ac:chgData name="LEANDRO TOSS HOFFMANN" userId="S::leandro.hoffmann@fatec.sp.gov.br::44b209fa-a019-4648-bc7a-d5844cd98508" providerId="AD" clId="Web-{7666D2FE-617B-5ECD-DEC1-78345A07C332}" dt="2025-05-14T23:29:11.502" v="121" actId="20577"/>
          <ac:spMkLst>
            <pc:docMk/>
            <pc:sldMk cId="2210866551" sldId="256"/>
            <ac:spMk id="3" creationId="{00000000-0000-0000-0000-000000000000}"/>
          </ac:spMkLst>
        </pc:spChg>
      </pc:sldChg>
      <pc:sldChg chg="modSp new">
        <pc:chgData name="LEANDRO TOSS HOFFMANN" userId="S::leandro.hoffmann@fatec.sp.gov.br::44b209fa-a019-4648-bc7a-d5844cd98508" providerId="AD" clId="Web-{7666D2FE-617B-5ECD-DEC1-78345A07C332}" dt="2025-05-14T23:33:44.923" v="397" actId="20577"/>
        <pc:sldMkLst>
          <pc:docMk/>
          <pc:sldMk cId="3502153079" sldId="257"/>
        </pc:sldMkLst>
        <pc:spChg chg="mod">
          <ac:chgData name="LEANDRO TOSS HOFFMANN" userId="S::leandro.hoffmann@fatec.sp.gov.br::44b209fa-a019-4648-bc7a-d5844cd98508" providerId="AD" clId="Web-{7666D2FE-617B-5ECD-DEC1-78345A07C332}" dt="2025-05-14T23:29:16.330" v="134" actId="20577"/>
          <ac:spMkLst>
            <pc:docMk/>
            <pc:sldMk cId="3502153079" sldId="257"/>
            <ac:spMk id="2" creationId="{E58DE352-886E-0EFF-7727-CDC62308661F}"/>
          </ac:spMkLst>
        </pc:spChg>
        <pc:spChg chg="mod">
          <ac:chgData name="LEANDRO TOSS HOFFMANN" userId="S::leandro.hoffmann@fatec.sp.gov.br::44b209fa-a019-4648-bc7a-d5844cd98508" providerId="AD" clId="Web-{7666D2FE-617B-5ECD-DEC1-78345A07C332}" dt="2025-05-14T23:33:44.923" v="397" actId="20577"/>
          <ac:spMkLst>
            <pc:docMk/>
            <pc:sldMk cId="3502153079" sldId="257"/>
            <ac:spMk id="3" creationId="{40749A79-0DEF-43A2-58A2-9AAC3A7FA591}"/>
          </ac:spMkLst>
        </pc:spChg>
      </pc:sldChg>
      <pc:sldChg chg="modSp new">
        <pc:chgData name="LEANDRO TOSS HOFFMANN" userId="S::leandro.hoffmann@fatec.sp.gov.br::44b209fa-a019-4648-bc7a-d5844cd98508" providerId="AD" clId="Web-{7666D2FE-617B-5ECD-DEC1-78345A07C332}" dt="2025-05-14T23:34:47.754" v="428" actId="20577"/>
        <pc:sldMkLst>
          <pc:docMk/>
          <pc:sldMk cId="1292908324" sldId="258"/>
        </pc:sldMkLst>
        <pc:spChg chg="mod">
          <ac:chgData name="LEANDRO TOSS HOFFMANN" userId="S::leandro.hoffmann@fatec.sp.gov.br::44b209fa-a019-4648-bc7a-d5844cd98508" providerId="AD" clId="Web-{7666D2FE-617B-5ECD-DEC1-78345A07C332}" dt="2025-05-14T23:34:47.754" v="428" actId="20577"/>
          <ac:spMkLst>
            <pc:docMk/>
            <pc:sldMk cId="1292908324" sldId="258"/>
            <ac:spMk id="2" creationId="{2E1B3CD0-51B3-E058-B564-97BBA6A55167}"/>
          </ac:spMkLst>
        </pc:spChg>
      </pc:sldChg>
      <pc:sldChg chg="modSp new">
        <pc:chgData name="LEANDRO TOSS HOFFMANN" userId="S::leandro.hoffmann@fatec.sp.gov.br::44b209fa-a019-4648-bc7a-d5844cd98508" providerId="AD" clId="Web-{7666D2FE-617B-5ECD-DEC1-78345A07C332}" dt="2025-05-14T23:36:09.415" v="455" actId="20577"/>
        <pc:sldMkLst>
          <pc:docMk/>
          <pc:sldMk cId="332091832" sldId="259"/>
        </pc:sldMkLst>
        <pc:spChg chg="mod">
          <ac:chgData name="LEANDRO TOSS HOFFMANN" userId="S::leandro.hoffmann@fatec.sp.gov.br::44b209fa-a019-4648-bc7a-d5844cd98508" providerId="AD" clId="Web-{7666D2FE-617B-5ECD-DEC1-78345A07C332}" dt="2025-05-14T23:34:55.021" v="450" actId="20577"/>
          <ac:spMkLst>
            <pc:docMk/>
            <pc:sldMk cId="332091832" sldId="259"/>
            <ac:spMk id="2" creationId="{4682A556-A3F8-1FE0-C757-400FB14F0B94}"/>
          </ac:spMkLst>
        </pc:spChg>
        <pc:spChg chg="mod">
          <ac:chgData name="LEANDRO TOSS HOFFMANN" userId="S::leandro.hoffmann@fatec.sp.gov.br::44b209fa-a019-4648-bc7a-d5844cd98508" providerId="AD" clId="Web-{7666D2FE-617B-5ECD-DEC1-78345A07C332}" dt="2025-05-14T23:36:09.415" v="455" actId="20577"/>
          <ac:spMkLst>
            <pc:docMk/>
            <pc:sldMk cId="332091832" sldId="259"/>
            <ac:spMk id="3" creationId="{F49A32F1-7C08-6655-E492-8D8F62AE2533}"/>
          </ac:spMkLst>
        </pc:spChg>
      </pc:sldChg>
      <pc:sldChg chg="addSp delSp modSp new ord">
        <pc:chgData name="LEANDRO TOSS HOFFMANN" userId="S::leandro.hoffmann@fatec.sp.gov.br::44b209fa-a019-4648-bc7a-d5844cd98508" providerId="AD" clId="Web-{7666D2FE-617B-5ECD-DEC1-78345A07C332}" dt="2025-05-14T23:38:11.578" v="484"/>
        <pc:sldMkLst>
          <pc:docMk/>
          <pc:sldMk cId="1376451021" sldId="260"/>
        </pc:sldMkLst>
        <pc:spChg chg="mod">
          <ac:chgData name="LEANDRO TOSS HOFFMANN" userId="S::leandro.hoffmann@fatec.sp.gov.br::44b209fa-a019-4648-bc7a-d5844cd98508" providerId="AD" clId="Web-{7666D2FE-617B-5ECD-DEC1-78345A07C332}" dt="2025-05-14T23:37:20.685" v="477" actId="20577"/>
          <ac:spMkLst>
            <pc:docMk/>
            <pc:sldMk cId="1376451021" sldId="260"/>
            <ac:spMk id="2" creationId="{BD4164AB-F6E2-0DC0-F54D-21F3D86A576E}"/>
          </ac:spMkLst>
        </pc:spChg>
        <pc:spChg chg="del">
          <ac:chgData name="LEANDRO TOSS HOFFMANN" userId="S::leandro.hoffmann@fatec.sp.gov.br::44b209fa-a019-4648-bc7a-d5844cd98508" providerId="AD" clId="Web-{7666D2FE-617B-5ECD-DEC1-78345A07C332}" dt="2025-05-14T23:37:23.419" v="478"/>
          <ac:spMkLst>
            <pc:docMk/>
            <pc:sldMk cId="1376451021" sldId="260"/>
            <ac:spMk id="3" creationId="{BD02D9E6-5F9F-2256-F777-DBC086E4AA34}"/>
          </ac:spMkLst>
        </pc:spChg>
        <pc:picChg chg="add mod ord modCrop">
          <ac:chgData name="LEANDRO TOSS HOFFMANN" userId="S::leandro.hoffmann@fatec.sp.gov.br::44b209fa-a019-4648-bc7a-d5844cd98508" providerId="AD" clId="Web-{7666D2FE-617B-5ECD-DEC1-78345A07C332}" dt="2025-05-14T23:38:09.641" v="483" actId="1076"/>
          <ac:picMkLst>
            <pc:docMk/>
            <pc:sldMk cId="1376451021" sldId="260"/>
            <ac:picMk id="4" creationId="{BFFC08FE-7FE9-9D53-0A78-C914F8E3C257}"/>
          </ac:picMkLst>
        </pc:picChg>
      </pc:sldChg>
    </pc:docChg>
  </pc:docChgLst>
  <pc:docChgLst>
    <pc:chgData name="LEANDRO TOSS HOFFMANN" userId="S::leandro.hoffmann@fatec.sp.gov.br::44b209fa-a019-4648-bc7a-d5844cd98508" providerId="AD" clId="Web-{5CD5B45D-B068-625A-0DE4-E118B32509CB}"/>
    <pc:docChg chg="modSld">
      <pc:chgData name="LEANDRO TOSS HOFFMANN" userId="S::leandro.hoffmann@fatec.sp.gov.br::44b209fa-a019-4648-bc7a-d5844cd98508" providerId="AD" clId="Web-{5CD5B45D-B068-625A-0DE4-E118B32509CB}" dt="2025-05-15T19:23:56.252" v="2"/>
      <pc:docMkLst>
        <pc:docMk/>
      </pc:docMkLst>
      <pc:sldChg chg="addSp delSp modSp">
        <pc:chgData name="LEANDRO TOSS HOFFMANN" userId="S::leandro.hoffmann@fatec.sp.gov.br::44b209fa-a019-4648-bc7a-d5844cd98508" providerId="AD" clId="Web-{5CD5B45D-B068-625A-0DE4-E118B32509CB}" dt="2025-05-15T19:23:56.252" v="2"/>
        <pc:sldMkLst>
          <pc:docMk/>
          <pc:sldMk cId="1292908324" sldId="258"/>
        </pc:sldMkLst>
        <pc:spChg chg="del">
          <ac:chgData name="LEANDRO TOSS HOFFMANN" userId="S::leandro.hoffmann@fatec.sp.gov.br::44b209fa-a019-4648-bc7a-d5844cd98508" providerId="AD" clId="Web-{5CD5B45D-B068-625A-0DE4-E118B32509CB}" dt="2025-05-15T19:23:00.673" v="0"/>
          <ac:spMkLst>
            <pc:docMk/>
            <pc:sldMk cId="1292908324" sldId="258"/>
            <ac:spMk id="2" creationId="{2E1B3CD0-51B3-E058-B564-97BBA6A55167}"/>
          </ac:spMkLst>
        </pc:spChg>
        <pc:spChg chg="add del mod">
          <ac:chgData name="LEANDRO TOSS HOFFMANN" userId="S::leandro.hoffmann@fatec.sp.gov.br::44b209fa-a019-4648-bc7a-d5844cd98508" providerId="AD" clId="Web-{5CD5B45D-B068-625A-0DE4-E118B32509CB}" dt="2025-05-15T19:23:56.252" v="2"/>
          <ac:spMkLst>
            <pc:docMk/>
            <pc:sldMk cId="1292908324" sldId="258"/>
            <ac:spMk id="5" creationId="{1869C823-E200-4C96-02BD-D4EEED230492}"/>
          </ac:spMkLst>
        </pc:spChg>
        <pc:spChg chg="del">
          <ac:chgData name="LEANDRO TOSS HOFFMANN" userId="S::leandro.hoffmann@fatec.sp.gov.br::44b209fa-a019-4648-bc7a-d5844cd98508" providerId="AD" clId="Web-{5CD5B45D-B068-625A-0DE4-E118B32509CB}" dt="2025-05-15T19:23:02.970" v="1"/>
          <ac:spMkLst>
            <pc:docMk/>
            <pc:sldMk cId="1292908324" sldId="258"/>
            <ac:spMk id="9" creationId="{37C89E4B-3C9F-44B9-8B86-D9E3D112D8EC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09.02.2026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776838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09.02.2026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40052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09.02.2026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813757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09.02.2026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246138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09.02.2026</a:t>
            </a:fld>
            <a:endParaRPr lang="de-DE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944210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09.02.2026</a:t>
            </a:fld>
            <a:endParaRPr lang="de-DE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085334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09.02.2026</a:t>
            </a:fld>
            <a:endParaRPr lang="de-DE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782815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09.02.2026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178365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09.02.2026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455663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09.02.2026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465880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09.02.2026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063975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E51C7C-CEA3-4CAA-BE4B-344879E7C377}" type="datetimeFigureOut">
              <a:rPr lang="de-DE" smtClean="0"/>
              <a:t>09.02.2026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757469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mailto:Leandro.hoffmann@fatec.sp.gov.br" TargetMode="External"/><Relationship Id="rId2" Type="http://schemas.openxmlformats.org/officeDocument/2006/relationships/hyperlink" Target="mailto:Leandro.hoffmann@inpe.br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d8k-bjjJGLI" TargetMode="External"/><Relationship Id="rId2" Type="http://schemas.openxmlformats.org/officeDocument/2006/relationships/hyperlink" Target="https://www.youtube.com/watch?v=EXOCX0hmDZ8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youtube.com/watch?v=uGUTkvncn9c" TargetMode="Externa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s://www.libelium.com/libeliumworld/top-50-iot-sensor-applications-ranking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b="1" dirty="0" smtClean="0"/>
              <a:t>INTERNET </a:t>
            </a:r>
            <a:r>
              <a:rPr lang="pt-BR" b="1" dirty="0"/>
              <a:t>DAS COISAS E APLICAÇÕES</a:t>
            </a:r>
            <a:endParaRPr lang="pt-BR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 smtClean="0"/>
              <a:t>IAL - 011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146830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APRESENTAÇÃO</a:t>
            </a:r>
          </a:p>
        </p:txBody>
      </p:sp>
      <p:sp>
        <p:nvSpPr>
          <p:cNvPr id="3" name="Subtítulo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de-DE" sz="4800" dirty="0"/>
              <a:t>NOME</a:t>
            </a:r>
          </a:p>
          <a:p>
            <a:r>
              <a:rPr lang="de-DE" sz="4800" dirty="0"/>
              <a:t>IDADE</a:t>
            </a:r>
          </a:p>
          <a:p>
            <a:r>
              <a:rPr lang="de-DE" sz="4800" dirty="0"/>
              <a:t>REGIÃO/CIDADE</a:t>
            </a:r>
          </a:p>
          <a:p>
            <a:r>
              <a:rPr lang="de-DE" sz="4800" dirty="0"/>
              <a:t>SE </a:t>
            </a:r>
            <a:r>
              <a:rPr lang="de-DE" sz="4800" dirty="0" smtClean="0"/>
              <a:t>JÁ ATUA NA ÁREA</a:t>
            </a:r>
            <a:r>
              <a:rPr lang="de-DE" sz="4800" dirty="0"/>
              <a:t> </a:t>
            </a:r>
            <a:r>
              <a:rPr lang="de-DE" sz="4800" dirty="0" smtClean="0"/>
              <a:t>DE TI</a:t>
            </a:r>
            <a:endParaRPr lang="de-DE" sz="4800" dirty="0"/>
          </a:p>
          <a:p>
            <a:r>
              <a:rPr lang="de-DE" sz="4800" dirty="0"/>
              <a:t>SE </a:t>
            </a:r>
            <a:r>
              <a:rPr lang="de-DE" sz="4800" dirty="0" smtClean="0"/>
              <a:t>TEM </a:t>
            </a:r>
            <a:r>
              <a:rPr lang="de-DE" sz="4800" dirty="0"/>
              <a:t>EXPERIÊNCIA PRÉVIA COM  ARDUINO/ESP32</a:t>
            </a:r>
          </a:p>
          <a:p>
            <a:endParaRPr lang="de-DE" sz="4800" dirty="0"/>
          </a:p>
        </p:txBody>
      </p:sp>
    </p:spTree>
    <p:extLst>
      <p:ext uri="{BB962C8B-B14F-4D97-AF65-F5344CB8AC3E}">
        <p14:creationId xmlns:p14="http://schemas.microsoft.com/office/powerpoint/2010/main" val="22108665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8DE352-886E-0EFF-7727-CDC6230866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LEANDRO TOSS HOFFMANN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0749A79-0DEF-43A2-58A2-9AAC3A7FA5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/>
          </a:bodyPr>
          <a:lstStyle/>
          <a:p>
            <a:r>
              <a:rPr lang="pt-BR"/>
              <a:t>2002: Graduação em Informática - Análise de Sistemas (UNISINOS)</a:t>
            </a:r>
          </a:p>
          <a:p>
            <a:r>
              <a:rPr lang="pt-BR"/>
              <a:t>2006: Mestrado em Computação Aplicada (INPE)</a:t>
            </a:r>
          </a:p>
          <a:p>
            <a:r>
              <a:rPr lang="pt-BR"/>
              <a:t>2024: Doutorado em Engenharia e Tecnologia Espaciais (INPE)</a:t>
            </a:r>
          </a:p>
          <a:p>
            <a:endParaRPr lang="pt-BR"/>
          </a:p>
          <a:p>
            <a:r>
              <a:rPr lang="pt-BR"/>
              <a:t>Servidor da carreira de desenvolvimento tecnológico do INPE desde 2005.</a:t>
            </a:r>
          </a:p>
          <a:p>
            <a:endParaRPr lang="pt-BR"/>
          </a:p>
          <a:p>
            <a:r>
              <a:rPr lang="pt-BR">
                <a:hlinkClick r:id="rId2"/>
              </a:rPr>
              <a:t>Leandro.hoffmann@inpe.br</a:t>
            </a:r>
            <a:endParaRPr lang="pt-BR"/>
          </a:p>
          <a:p>
            <a:r>
              <a:rPr lang="pt-BR">
                <a:hlinkClick r:id="rId3"/>
              </a:rPr>
              <a:t>Leandro.hoffmann@fatec.sp.gov.br</a:t>
            </a:r>
            <a:r>
              <a:rPr lang="pt-BR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021530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4164AB-F6E2-0DC0-F54D-21F3D86A57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b="1" dirty="0"/>
              <a:t>IAL-011 – INTERNET DAS COISAS E APLICAÇÕES - PRESENCIAL </a:t>
            </a:r>
            <a:r>
              <a:rPr lang="pt-BR" b="1" dirty="0" smtClean="0"/>
              <a:t>– 80 Aulas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951095"/>
          </a:xfrm>
        </p:spPr>
        <p:txBody>
          <a:bodyPr>
            <a:normAutofit/>
          </a:bodyPr>
          <a:lstStyle/>
          <a:p>
            <a:r>
              <a:rPr lang="pt-BR" b="1" dirty="0"/>
              <a:t>Ementa: </a:t>
            </a:r>
            <a:r>
              <a:rPr lang="pt-BR" dirty="0"/>
              <a:t>Introdução, arquitetura e conceitos para desenvolvimento </a:t>
            </a:r>
            <a:r>
              <a:rPr lang="pt-BR" dirty="0" err="1" smtClean="0"/>
              <a:t>IoT</a:t>
            </a:r>
            <a:r>
              <a:rPr lang="pt-BR" dirty="0" smtClean="0"/>
              <a:t>.</a:t>
            </a:r>
          </a:p>
          <a:p>
            <a:r>
              <a:rPr lang="pt-BR" dirty="0" smtClean="0"/>
              <a:t>Ambiente </a:t>
            </a:r>
            <a:r>
              <a:rPr lang="pt-BR" dirty="0"/>
              <a:t>de desenvolvimento. </a:t>
            </a:r>
            <a:endParaRPr lang="pt-BR" dirty="0" smtClean="0"/>
          </a:p>
          <a:p>
            <a:r>
              <a:rPr lang="pt-BR" dirty="0" smtClean="0"/>
              <a:t>Entradas </a:t>
            </a:r>
            <a:r>
              <a:rPr lang="pt-BR" dirty="0"/>
              <a:t>e saídas digitais e modulação por largura de pulso. Sensores analógicos e digitais. Acionamento de sensores e atuadores. </a:t>
            </a:r>
            <a:endParaRPr lang="pt-BR" dirty="0" smtClean="0"/>
          </a:p>
          <a:p>
            <a:r>
              <a:rPr lang="pt-BR" dirty="0" smtClean="0"/>
              <a:t>Barramentos</a:t>
            </a:r>
            <a:r>
              <a:rPr lang="pt-BR" dirty="0"/>
              <a:t>, interface com telas, comunicação sem fio, persistência de dados e conexão com protocolos de comunicação</a:t>
            </a:r>
            <a:r>
              <a:rPr lang="pt-BR" dirty="0" smtClean="0"/>
              <a:t>.</a:t>
            </a:r>
          </a:p>
          <a:p>
            <a:r>
              <a:rPr lang="pt-BR" dirty="0" smtClean="0"/>
              <a:t>Implementação </a:t>
            </a:r>
            <a:r>
              <a:rPr lang="pt-BR" dirty="0"/>
              <a:t>e uso de </a:t>
            </a:r>
            <a:r>
              <a:rPr lang="pt-BR" i="1" dirty="0" err="1"/>
              <a:t>dashboard</a:t>
            </a:r>
            <a:r>
              <a:rPr lang="pt-BR" dirty="0"/>
              <a:t> para consolidação de dados</a:t>
            </a:r>
          </a:p>
        </p:txBody>
      </p:sp>
    </p:spTree>
    <p:extLst>
      <p:ext uri="{BB962C8B-B14F-4D97-AF65-F5344CB8AC3E}">
        <p14:creationId xmlns:p14="http://schemas.microsoft.com/office/powerpoint/2010/main" val="13764510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C5737B-7E19-E2CF-D96A-066B440C7A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Referências bibliográficas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C8EF02D-1DE7-EC0D-6400-363FEDAB9E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endParaRPr lang="pt-BR" dirty="0"/>
          </a:p>
        </p:txBody>
      </p:sp>
      <p:pic>
        <p:nvPicPr>
          <p:cNvPr id="1026" name="Picture 2" descr="Explorando o Arduino: Técnicas e Ferramentas Para Mágicas de Engenharia |  Amazon.com.br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39285" y="1690688"/>
            <a:ext cx="3358753" cy="51673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A Internet das Coisas | Amazon.com.br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15092" y="1690688"/>
            <a:ext cx="3408068" cy="51985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Internet das Coisas com ESP8266, Arduino e Raspberry Pi - 2ª Edição -  Novatec Editora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675" y="1690688"/>
            <a:ext cx="3601085" cy="51673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270508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Calendário Acadêmico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573470" y="1758157"/>
            <a:ext cx="2780330" cy="441880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pt-BR" dirty="0" smtClean="0"/>
              <a:t>Portaria FATEC Jacareí nº 82/2025.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dirty="0" smtClean="0"/>
              <a:t>Atenção ao novo Regimento, em especial as hipóteses de cancelamento de matrícula.</a:t>
            </a:r>
            <a:endParaRPr lang="pt-BR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202" y="538787"/>
            <a:ext cx="7344800" cy="1219370"/>
          </a:xfrm>
          <a:prstGeom prst="rect">
            <a:avLst/>
          </a:prstGeom>
        </p:spPr>
      </p:pic>
      <p:pic>
        <p:nvPicPr>
          <p:cNvPr id="5" name="Imagem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018" y="1758157"/>
            <a:ext cx="6935168" cy="4925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10539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graphicFrame>
        <p:nvGraphicFramePr>
          <p:cNvPr id="4" name="Espaço Reservado para Conteúdo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37966279"/>
              </p:ext>
            </p:extLst>
          </p:nvPr>
        </p:nvGraphicFramePr>
        <p:xfrm>
          <a:off x="1241659" y="134753"/>
          <a:ext cx="9942897" cy="683201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472665">
                  <a:extLst>
                    <a:ext uri="{9D8B030D-6E8A-4147-A177-3AD203B41FA5}">
                      <a16:colId xmlns:a16="http://schemas.microsoft.com/office/drawing/2014/main" val="1156653673"/>
                    </a:ext>
                  </a:extLst>
                </a:gridCol>
                <a:gridCol w="8470232">
                  <a:extLst>
                    <a:ext uri="{9D8B030D-6E8A-4147-A177-3AD203B41FA5}">
                      <a16:colId xmlns:a16="http://schemas.microsoft.com/office/drawing/2014/main" val="2861791161"/>
                    </a:ext>
                  </a:extLst>
                </a:gridCol>
              </a:tblGrid>
              <a:tr h="204538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8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DATA</a:t>
                      </a:r>
                      <a:endParaRPr lang="pt-BR" sz="18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1985" marR="5198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CONTEÚDO</a:t>
                      </a:r>
                      <a:endParaRPr lang="pt-BR" sz="18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1985" marR="51985" marT="0" marB="0"/>
                </a:tc>
                <a:extLst>
                  <a:ext uri="{0D108BD9-81ED-4DB2-BD59-A6C34878D82A}">
                    <a16:rowId xmlns:a16="http://schemas.microsoft.com/office/drawing/2014/main" val="999384099"/>
                  </a:ext>
                </a:extLst>
              </a:tr>
              <a:tr h="409072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8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11/02</a:t>
                      </a:r>
                      <a:endParaRPr lang="pt-BR" sz="18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1985" marR="5198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Apresentação do Curso e Introdução IOT</a:t>
                      </a:r>
                      <a:endParaRPr lang="pt-BR" sz="18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1985" marR="51985" marT="0" marB="0"/>
                </a:tc>
                <a:extLst>
                  <a:ext uri="{0D108BD9-81ED-4DB2-BD59-A6C34878D82A}">
                    <a16:rowId xmlns:a16="http://schemas.microsoft.com/office/drawing/2014/main" val="3299942612"/>
                  </a:ext>
                </a:extLst>
              </a:tr>
              <a:tr h="36251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8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25/02</a:t>
                      </a:r>
                      <a:endParaRPr lang="pt-BR" sz="18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1985" marR="5198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Ambiente de Desenvolvimento IoT</a:t>
                      </a:r>
                      <a:endParaRPr lang="pt-BR" sz="18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1985" marR="51985" marT="0" marB="0"/>
                </a:tc>
                <a:extLst>
                  <a:ext uri="{0D108BD9-81ED-4DB2-BD59-A6C34878D82A}">
                    <a16:rowId xmlns:a16="http://schemas.microsoft.com/office/drawing/2014/main" val="4139582747"/>
                  </a:ext>
                </a:extLst>
              </a:tr>
              <a:tr h="409072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8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04/03</a:t>
                      </a:r>
                      <a:endParaRPr lang="pt-BR" sz="18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1985" marR="5198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8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Entradas, Saídas e Sensores Analógicos e Digitais</a:t>
                      </a:r>
                      <a:endParaRPr lang="pt-BR" sz="18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1985" marR="51985" marT="0" marB="0"/>
                </a:tc>
                <a:extLst>
                  <a:ext uri="{0D108BD9-81ED-4DB2-BD59-A6C34878D82A}">
                    <a16:rowId xmlns:a16="http://schemas.microsoft.com/office/drawing/2014/main" val="3594678858"/>
                  </a:ext>
                </a:extLst>
              </a:tr>
              <a:tr h="204538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8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07/03</a:t>
                      </a:r>
                      <a:endParaRPr lang="pt-BR" sz="18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1985" marR="51985" marT="0" marB="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8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Exercícios entradas e saídas</a:t>
                      </a:r>
                      <a:endParaRPr lang="pt-BR" sz="18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1985" marR="51985" marT="0" marB="0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1390343"/>
                  </a:ext>
                </a:extLst>
              </a:tr>
              <a:tr h="409072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8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11/03</a:t>
                      </a:r>
                      <a:endParaRPr lang="pt-BR" sz="18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1985" marR="5198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Displays e Barramentos de Comunicação</a:t>
                      </a:r>
                      <a:endParaRPr lang="pt-BR" sz="18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1985" marR="51985" marT="0" marB="0"/>
                </a:tc>
                <a:extLst>
                  <a:ext uri="{0D108BD9-81ED-4DB2-BD59-A6C34878D82A}">
                    <a16:rowId xmlns:a16="http://schemas.microsoft.com/office/drawing/2014/main" val="3439395703"/>
                  </a:ext>
                </a:extLst>
              </a:tr>
              <a:tr h="204538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8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18/03</a:t>
                      </a:r>
                      <a:endParaRPr lang="pt-BR" sz="18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1985" marR="5198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Redes sem fio</a:t>
                      </a:r>
                      <a:endParaRPr lang="pt-BR" sz="18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1985" marR="51985" marT="0" marB="0"/>
                </a:tc>
                <a:extLst>
                  <a:ext uri="{0D108BD9-81ED-4DB2-BD59-A6C34878D82A}">
                    <a16:rowId xmlns:a16="http://schemas.microsoft.com/office/drawing/2014/main" val="1235239604"/>
                  </a:ext>
                </a:extLst>
              </a:tr>
              <a:tr h="204538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8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25/03</a:t>
                      </a:r>
                      <a:endParaRPr lang="pt-BR" sz="18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1985" marR="5198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8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Receptores GNSS</a:t>
                      </a:r>
                      <a:endParaRPr lang="pt-BR" sz="18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1985" marR="51985" marT="0" marB="0"/>
                </a:tc>
                <a:extLst>
                  <a:ext uri="{0D108BD9-81ED-4DB2-BD59-A6C34878D82A}">
                    <a16:rowId xmlns:a16="http://schemas.microsoft.com/office/drawing/2014/main" val="1799354435"/>
                  </a:ext>
                </a:extLst>
              </a:tr>
              <a:tr h="409072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8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01/04</a:t>
                      </a:r>
                      <a:endParaRPr lang="pt-BR" sz="18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1985" marR="5198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Dashboard + Persistência de dados  + Revisão para Prova</a:t>
                      </a:r>
                      <a:endParaRPr lang="pt-BR" sz="18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1985" marR="51985" marT="0" marB="0"/>
                </a:tc>
                <a:extLst>
                  <a:ext uri="{0D108BD9-81ED-4DB2-BD59-A6C34878D82A}">
                    <a16:rowId xmlns:a16="http://schemas.microsoft.com/office/drawing/2014/main" val="241638362"/>
                  </a:ext>
                </a:extLst>
              </a:tr>
              <a:tr h="204538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08/04</a:t>
                      </a:r>
                      <a:endParaRPr lang="pt-BR" sz="18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1985" marR="5198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8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Atividade Avaliativa 1 (P1)</a:t>
                      </a:r>
                      <a:endParaRPr lang="pt-BR" sz="1800" b="1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1985" marR="51985" marT="0" marB="0"/>
                </a:tc>
                <a:extLst>
                  <a:ext uri="{0D108BD9-81ED-4DB2-BD59-A6C34878D82A}">
                    <a16:rowId xmlns:a16="http://schemas.microsoft.com/office/drawing/2014/main" val="967954390"/>
                  </a:ext>
                </a:extLst>
              </a:tr>
              <a:tr h="409072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8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15/04</a:t>
                      </a:r>
                      <a:endParaRPr lang="pt-BR" sz="18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1985" marR="5198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Correção da Prova + Redes LoRa</a:t>
                      </a:r>
                      <a:endParaRPr lang="pt-BR" sz="18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1985" marR="51985" marT="0" marB="0"/>
                </a:tc>
                <a:extLst>
                  <a:ext uri="{0D108BD9-81ED-4DB2-BD59-A6C34878D82A}">
                    <a16:rowId xmlns:a16="http://schemas.microsoft.com/office/drawing/2014/main" val="2848301322"/>
                  </a:ext>
                </a:extLst>
              </a:tr>
              <a:tr h="204538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8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22/04</a:t>
                      </a:r>
                      <a:endParaRPr lang="pt-BR" sz="18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1985" marR="5198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Atividade prática</a:t>
                      </a:r>
                      <a:endParaRPr lang="pt-BR" sz="18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1985" marR="51985" marT="0" marB="0"/>
                </a:tc>
                <a:extLst>
                  <a:ext uri="{0D108BD9-81ED-4DB2-BD59-A6C34878D82A}">
                    <a16:rowId xmlns:a16="http://schemas.microsoft.com/office/drawing/2014/main" val="3008366840"/>
                  </a:ext>
                </a:extLst>
              </a:tr>
              <a:tr h="339305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8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29/04</a:t>
                      </a:r>
                      <a:endParaRPr lang="pt-BR" sz="18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1985" marR="5198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8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Sistemas operacionais </a:t>
                      </a:r>
                      <a:r>
                        <a:rPr lang="pt-BR" sz="1800" dirty="0" smtClean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+ </a:t>
                      </a:r>
                      <a:r>
                        <a:rPr lang="pt-BR" sz="18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aspectos de consumo de energia</a:t>
                      </a:r>
                      <a:endParaRPr lang="pt-BR" sz="18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1985" marR="51985" marT="0" marB="0"/>
                </a:tc>
                <a:extLst>
                  <a:ext uri="{0D108BD9-81ED-4DB2-BD59-A6C34878D82A}">
                    <a16:rowId xmlns:a16="http://schemas.microsoft.com/office/drawing/2014/main" val="1171247845"/>
                  </a:ext>
                </a:extLst>
              </a:tr>
              <a:tr h="204538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8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06/05</a:t>
                      </a:r>
                      <a:endParaRPr lang="pt-BR" sz="18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1985" marR="5198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Atividade prática</a:t>
                      </a:r>
                      <a:endParaRPr lang="pt-BR" sz="18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1985" marR="51985" marT="0" marB="0"/>
                </a:tc>
                <a:extLst>
                  <a:ext uri="{0D108BD9-81ED-4DB2-BD59-A6C34878D82A}">
                    <a16:rowId xmlns:a16="http://schemas.microsoft.com/office/drawing/2014/main" val="4174208277"/>
                  </a:ext>
                </a:extLst>
              </a:tr>
              <a:tr h="204538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8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13/05</a:t>
                      </a:r>
                      <a:endParaRPr lang="pt-BR" sz="18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1985" marR="5198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Atividade prática</a:t>
                      </a:r>
                      <a:endParaRPr lang="pt-BR" sz="18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1985" marR="51985" marT="0" marB="0"/>
                </a:tc>
                <a:extLst>
                  <a:ext uri="{0D108BD9-81ED-4DB2-BD59-A6C34878D82A}">
                    <a16:rowId xmlns:a16="http://schemas.microsoft.com/office/drawing/2014/main" val="2351613587"/>
                  </a:ext>
                </a:extLst>
              </a:tr>
              <a:tr h="409072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8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20/05</a:t>
                      </a:r>
                      <a:endParaRPr lang="pt-BR" sz="18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1985" marR="5198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Apresentação de projetos +  revisão para P2</a:t>
                      </a:r>
                      <a:endParaRPr lang="pt-BR" sz="18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1985" marR="51985" marT="0" marB="0"/>
                </a:tc>
                <a:extLst>
                  <a:ext uri="{0D108BD9-81ED-4DB2-BD59-A6C34878D82A}">
                    <a16:rowId xmlns:a16="http://schemas.microsoft.com/office/drawing/2014/main" val="2838576729"/>
                  </a:ext>
                </a:extLst>
              </a:tr>
              <a:tr h="204538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8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27/05</a:t>
                      </a:r>
                      <a:endParaRPr lang="pt-BR" sz="18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1985" marR="5198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ABP</a:t>
                      </a:r>
                      <a:endParaRPr lang="pt-BR" sz="18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1985" marR="51985" marT="0" marB="0"/>
                </a:tc>
                <a:extLst>
                  <a:ext uri="{0D108BD9-81ED-4DB2-BD59-A6C34878D82A}">
                    <a16:rowId xmlns:a16="http://schemas.microsoft.com/office/drawing/2014/main" val="2934846270"/>
                  </a:ext>
                </a:extLst>
              </a:tr>
              <a:tr h="204538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8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03/06</a:t>
                      </a:r>
                      <a:endParaRPr lang="pt-BR" sz="18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1985" marR="5198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ABP</a:t>
                      </a:r>
                      <a:endParaRPr lang="pt-BR" sz="18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1985" marR="51985" marT="0" marB="0"/>
                </a:tc>
                <a:extLst>
                  <a:ext uri="{0D108BD9-81ED-4DB2-BD59-A6C34878D82A}">
                    <a16:rowId xmlns:a16="http://schemas.microsoft.com/office/drawing/2014/main" val="2176890113"/>
                  </a:ext>
                </a:extLst>
              </a:tr>
              <a:tr h="204538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8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10/06</a:t>
                      </a:r>
                      <a:endParaRPr lang="pt-BR" sz="18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1985" marR="5198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ABP</a:t>
                      </a:r>
                      <a:endParaRPr lang="pt-BR" sz="18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1985" marR="51985" marT="0" marB="0"/>
                </a:tc>
                <a:extLst>
                  <a:ext uri="{0D108BD9-81ED-4DB2-BD59-A6C34878D82A}">
                    <a16:rowId xmlns:a16="http://schemas.microsoft.com/office/drawing/2014/main" val="2146057507"/>
                  </a:ext>
                </a:extLst>
              </a:tr>
              <a:tr h="204538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8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17/06</a:t>
                      </a:r>
                      <a:endParaRPr lang="pt-BR" sz="18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1985" marR="5198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8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Prova 2</a:t>
                      </a:r>
                      <a:endParaRPr lang="pt-BR" sz="1800" b="1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1985" marR="51985" marT="0" marB="0"/>
                </a:tc>
                <a:extLst>
                  <a:ext uri="{0D108BD9-81ED-4DB2-BD59-A6C34878D82A}">
                    <a16:rowId xmlns:a16="http://schemas.microsoft.com/office/drawing/2014/main" val="3673195296"/>
                  </a:ext>
                </a:extLst>
              </a:tr>
              <a:tr h="409072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800" dirty="0" smtClean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24/06</a:t>
                      </a:r>
                      <a:endParaRPr lang="pt-BR" sz="18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1985" marR="5198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8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Apresentações Finais ABP</a:t>
                      </a:r>
                      <a:endParaRPr lang="pt-BR" sz="1800" b="1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1985" marR="51985" marT="0" marB="0"/>
                </a:tc>
                <a:extLst>
                  <a:ext uri="{0D108BD9-81ED-4DB2-BD59-A6C34878D82A}">
                    <a16:rowId xmlns:a16="http://schemas.microsoft.com/office/drawing/2014/main" val="36340410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024475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C5737B-7E19-E2CF-D96A-066B440C7A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Avaliações</a:t>
            </a:r>
            <a:endParaRPr lang="pt-BR" dirty="0"/>
          </a:p>
        </p:txBody>
      </p:sp>
      <p:graphicFrame>
        <p:nvGraphicFramePr>
          <p:cNvPr id="4" name="Espaço Reservado para Conteúdo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63759488"/>
              </p:ext>
            </p:extLst>
          </p:nvPr>
        </p:nvGraphicFramePr>
        <p:xfrm>
          <a:off x="1615440" y="1690688"/>
          <a:ext cx="8108836" cy="2792256"/>
        </p:xfrm>
        <a:graphic>
          <a:graphicData uri="http://schemas.openxmlformats.org/drawingml/2006/table">
            <a:tbl>
              <a:tblPr/>
              <a:tblGrid>
                <a:gridCol w="1258685">
                  <a:extLst>
                    <a:ext uri="{9D8B030D-6E8A-4147-A177-3AD203B41FA5}">
                      <a16:colId xmlns:a16="http://schemas.microsoft.com/office/drawing/2014/main" val="629198559"/>
                    </a:ext>
                  </a:extLst>
                </a:gridCol>
                <a:gridCol w="1331302">
                  <a:extLst>
                    <a:ext uri="{9D8B030D-6E8A-4147-A177-3AD203B41FA5}">
                      <a16:colId xmlns:a16="http://schemas.microsoft.com/office/drawing/2014/main" val="123774819"/>
                    </a:ext>
                  </a:extLst>
                </a:gridCol>
                <a:gridCol w="1645972">
                  <a:extLst>
                    <a:ext uri="{9D8B030D-6E8A-4147-A177-3AD203B41FA5}">
                      <a16:colId xmlns:a16="http://schemas.microsoft.com/office/drawing/2014/main" val="1623820948"/>
                    </a:ext>
                  </a:extLst>
                </a:gridCol>
                <a:gridCol w="774575">
                  <a:extLst>
                    <a:ext uri="{9D8B030D-6E8A-4147-A177-3AD203B41FA5}">
                      <a16:colId xmlns:a16="http://schemas.microsoft.com/office/drawing/2014/main" val="329554099"/>
                    </a:ext>
                  </a:extLst>
                </a:gridCol>
                <a:gridCol w="1549151">
                  <a:extLst>
                    <a:ext uri="{9D8B030D-6E8A-4147-A177-3AD203B41FA5}">
                      <a16:colId xmlns:a16="http://schemas.microsoft.com/office/drawing/2014/main" val="1002850904"/>
                    </a:ext>
                  </a:extLst>
                </a:gridCol>
                <a:gridCol w="1549151">
                  <a:extLst>
                    <a:ext uri="{9D8B030D-6E8A-4147-A177-3AD203B41FA5}">
                      <a16:colId xmlns:a16="http://schemas.microsoft.com/office/drawing/2014/main" val="4263401075"/>
                    </a:ext>
                  </a:extLst>
                </a:gridCol>
              </a:tblGrid>
              <a:tr h="483552">
                <a:tc gridSpan="6">
                  <a:txBody>
                    <a:bodyPr/>
                    <a:lstStyle/>
                    <a:p>
                      <a:pPr algn="ctr" fontAlgn="b"/>
                      <a:r>
                        <a:rPr lang="pt-BR" sz="3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Pesos</a:t>
                      </a:r>
                    </a:p>
                  </a:txBody>
                  <a:tcPr marL="6350" marR="6350" marT="635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7496800"/>
                  </a:ext>
                </a:extLst>
              </a:tr>
              <a:tr h="1095773">
                <a:tc>
                  <a:txBody>
                    <a:bodyPr/>
                    <a:lstStyle/>
                    <a:p>
                      <a:pPr algn="ctr" fontAlgn="b"/>
                      <a:r>
                        <a:rPr lang="pt-BR" sz="2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Prova 1</a:t>
                      </a:r>
                    </a:p>
                  </a:txBody>
                  <a:tcPr marL="6350" marR="6350" marT="635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2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Prova 2</a:t>
                      </a:r>
                    </a:p>
                  </a:txBody>
                  <a:tcPr marL="6350" marR="6350" marT="635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2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Atividades</a:t>
                      </a:r>
                    </a:p>
                  </a:txBody>
                  <a:tcPr marL="6350" marR="6350" marT="635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2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ABP</a:t>
                      </a:r>
                    </a:p>
                  </a:txBody>
                  <a:tcPr marL="6350" marR="6350" marT="635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2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Portfólio</a:t>
                      </a:r>
                    </a:p>
                  </a:txBody>
                  <a:tcPr marL="6350" marR="6350" marT="635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2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Total</a:t>
                      </a:r>
                    </a:p>
                  </a:txBody>
                  <a:tcPr marL="6350" marR="6350" marT="635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01500685"/>
                  </a:ext>
                </a:extLst>
              </a:tr>
              <a:tr h="1095773">
                <a:tc>
                  <a:txBody>
                    <a:bodyPr/>
                    <a:lstStyle/>
                    <a:p>
                      <a:pPr algn="r" fontAlgn="b"/>
                      <a:r>
                        <a:rPr lang="pt-BR" sz="2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20%</a:t>
                      </a:r>
                      <a:endParaRPr lang="pt-BR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2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20%</a:t>
                      </a:r>
                      <a:endParaRPr lang="pt-BR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2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30%</a:t>
                      </a:r>
                      <a:endParaRPr lang="pt-BR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2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20%</a:t>
                      </a:r>
                      <a:endParaRPr lang="pt-BR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10%</a:t>
                      </a:r>
                    </a:p>
                  </a:txBody>
                  <a:tcPr marL="6350" marR="6350" marT="635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6350" marR="6350" marT="635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7958904"/>
                  </a:ext>
                </a:extLst>
              </a:tr>
            </a:tbl>
          </a:graphicData>
        </a:graphic>
      </p:graphicFrame>
      <p:sp>
        <p:nvSpPr>
          <p:cNvPr id="6" name="Espaço Reservado para Conteúdo 2"/>
          <p:cNvSpPr txBox="1">
            <a:spLocks/>
          </p:cNvSpPr>
          <p:nvPr/>
        </p:nvSpPr>
        <p:spPr>
          <a:xfrm>
            <a:off x="734505" y="4958498"/>
            <a:ext cx="10515600" cy="18995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2400" dirty="0" smtClean="0"/>
              <a:t>P1 e P2: </a:t>
            </a:r>
            <a:r>
              <a:rPr lang="pt-BR" sz="2400" dirty="0" smtClean="0"/>
              <a:t>aprox. 5 questões discursivas ou de múltiplas escolhas.</a:t>
            </a:r>
          </a:p>
          <a:p>
            <a:r>
              <a:rPr lang="pt-BR" sz="2400" dirty="0" smtClean="0"/>
              <a:t>Projetos em grupo</a:t>
            </a:r>
            <a:endParaRPr lang="pt-BR" sz="2400" dirty="0" smtClean="0"/>
          </a:p>
          <a:p>
            <a:r>
              <a:rPr lang="pt-BR" sz="2400" dirty="0" smtClean="0"/>
              <a:t>ABP</a:t>
            </a:r>
            <a:r>
              <a:rPr lang="pt-BR" sz="2400" dirty="0" smtClean="0"/>
              <a:t>: peso com base na carga horária prevista no Projeto Pedagógico do Curso</a:t>
            </a: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26824336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Observações importantes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3200" b="1" dirty="0" smtClean="0"/>
              <a:t>Exames</a:t>
            </a:r>
            <a:r>
              <a:rPr lang="pt-BR" sz="3200" dirty="0" smtClean="0"/>
              <a:t> ocorrerão após o encerramento do semestre.</a:t>
            </a:r>
          </a:p>
          <a:p>
            <a:r>
              <a:rPr lang="pt-BR" sz="3200" b="1" dirty="0" smtClean="0"/>
              <a:t>Atenção às faltas</a:t>
            </a:r>
            <a:r>
              <a:rPr lang="pt-BR" sz="3200" dirty="0" smtClean="0"/>
              <a:t>: solicitações de abono deverão ser protocoladas na secretaria acadêmica, em observância ao regimento interno.</a:t>
            </a:r>
          </a:p>
          <a:p>
            <a:r>
              <a:rPr lang="pt-BR" sz="3200" dirty="0" smtClean="0"/>
              <a:t>As </a:t>
            </a:r>
            <a:r>
              <a:rPr lang="pt-BR" sz="3200" b="1" dirty="0" smtClean="0"/>
              <a:t>datas de ABP </a:t>
            </a:r>
            <a:r>
              <a:rPr lang="pt-BR" sz="3200" dirty="0" smtClean="0"/>
              <a:t>ainda dependerão de confirmação, após alinhamento com as demais disciplinas.</a:t>
            </a:r>
            <a:endParaRPr lang="pt-BR" sz="3200" dirty="0"/>
          </a:p>
        </p:txBody>
      </p:sp>
    </p:spTree>
    <p:extLst>
      <p:ext uri="{BB962C8B-B14F-4D97-AF65-F5344CB8AC3E}">
        <p14:creationId xmlns:p14="http://schemas.microsoft.com/office/powerpoint/2010/main" val="1282400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Internet das Coisas</a:t>
            </a:r>
            <a:endParaRPr lang="pt-BR" dirty="0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 smtClean="0"/>
              <a:t>Internet </a:t>
            </a:r>
            <a:r>
              <a:rPr lang="pt-BR" dirty="0" err="1" smtClean="0"/>
              <a:t>of</a:t>
            </a:r>
            <a:r>
              <a:rPr lang="pt-BR" dirty="0" smtClean="0"/>
              <a:t> </a:t>
            </a:r>
            <a:r>
              <a:rPr lang="pt-BR" dirty="0" err="1" smtClean="0"/>
              <a:t>Things</a:t>
            </a:r>
            <a:r>
              <a:rPr lang="pt-BR" dirty="0" smtClean="0"/>
              <a:t> (</a:t>
            </a:r>
            <a:r>
              <a:rPr lang="pt-BR" dirty="0" err="1" smtClean="0"/>
              <a:t>IoT</a:t>
            </a:r>
            <a:r>
              <a:rPr lang="pt-BR" dirty="0" smtClean="0"/>
              <a:t>)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202138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Componentes de </a:t>
            </a:r>
            <a:r>
              <a:rPr lang="pt-BR" dirty="0" err="1" smtClean="0"/>
              <a:t>IoT</a:t>
            </a:r>
            <a:endParaRPr lang="pt-BR" dirty="0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883110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Aplicações de </a:t>
            </a:r>
            <a:r>
              <a:rPr lang="pt-BR" dirty="0" err="1" smtClean="0"/>
              <a:t>IoT</a:t>
            </a:r>
            <a:endParaRPr lang="pt-BR" dirty="0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319294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Cidades inteligentes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>
                <a:hlinkClick r:id="rId2"/>
              </a:rPr>
              <a:t>https://</a:t>
            </a:r>
            <a:r>
              <a:rPr lang="pt-BR" dirty="0" smtClean="0">
                <a:hlinkClick r:id="rId2"/>
              </a:rPr>
              <a:t>www.youtube.com/watch?v=EXOCX0hmDZ8</a:t>
            </a:r>
            <a:r>
              <a:rPr lang="pt-BR" dirty="0" smtClean="0"/>
              <a:t> </a:t>
            </a:r>
            <a:endParaRPr lang="pt-BR" dirty="0"/>
          </a:p>
          <a:p>
            <a:r>
              <a:rPr lang="pt-BR" dirty="0" smtClean="0">
                <a:hlinkClick r:id="rId3"/>
              </a:rPr>
              <a:t>https</a:t>
            </a:r>
            <a:r>
              <a:rPr lang="pt-BR" dirty="0">
                <a:hlinkClick r:id="rId3"/>
              </a:rPr>
              <a:t>://</a:t>
            </a:r>
            <a:r>
              <a:rPr lang="pt-BR" dirty="0" smtClean="0">
                <a:hlinkClick r:id="rId3"/>
              </a:rPr>
              <a:t>www.youtube.com/watch?v=d8k-bjjJGLI</a:t>
            </a:r>
            <a:r>
              <a:rPr lang="pt-BR" dirty="0" smtClean="0"/>
              <a:t> </a:t>
            </a:r>
            <a:endParaRPr lang="pt-BR" dirty="0"/>
          </a:p>
          <a:p>
            <a:r>
              <a:rPr lang="pt-BR" dirty="0">
                <a:hlinkClick r:id="rId4"/>
              </a:rPr>
              <a:t>https://</a:t>
            </a:r>
            <a:r>
              <a:rPr lang="pt-BR" dirty="0" smtClean="0">
                <a:hlinkClick r:id="rId4"/>
              </a:rPr>
              <a:t>www.youtube.com/watch?v=uGUTkvncn9c</a:t>
            </a:r>
            <a:r>
              <a:rPr lang="pt-BR" dirty="0" smtClean="0"/>
              <a:t> 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0578847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50 aplicações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825625"/>
            <a:ext cx="3564118" cy="4351338"/>
          </a:xfrm>
        </p:spPr>
        <p:txBody>
          <a:bodyPr/>
          <a:lstStyle/>
          <a:p>
            <a:r>
              <a:rPr lang="pt-BR" dirty="0" smtClean="0"/>
              <a:t>Cidades inteligentes</a:t>
            </a:r>
          </a:p>
          <a:p>
            <a:r>
              <a:rPr lang="pt-BR" dirty="0" smtClean="0"/>
              <a:t>Sustentabilidade para negócios inteligentes</a:t>
            </a:r>
          </a:p>
          <a:p>
            <a:r>
              <a:rPr lang="pt-BR" dirty="0" smtClean="0"/>
              <a:t>Agronegócio</a:t>
            </a:r>
          </a:p>
          <a:p>
            <a:pPr marL="0" indent="0">
              <a:buNone/>
            </a:pPr>
            <a:r>
              <a:rPr lang="pt-BR" dirty="0">
                <a:hlinkClick r:id="rId2"/>
              </a:rPr>
              <a:t>https://www.libelium.com/libeliumworld/top-50-iot-sensor-applications-ranking/</a:t>
            </a:r>
            <a:r>
              <a:rPr lang="pt-BR" dirty="0"/>
              <a:t> </a:t>
            </a:r>
          </a:p>
          <a:p>
            <a:pPr marL="0" indent="0">
              <a:buNone/>
            </a:pPr>
            <a:endParaRPr lang="pt-BR" dirty="0"/>
          </a:p>
        </p:txBody>
      </p:sp>
      <p:sp>
        <p:nvSpPr>
          <p:cNvPr id="4" name="AutoShape 2" descr="Libelium infografia Smartcity 2 1536x1365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5" name="AutoShape 4" descr="Libelium infografia Smartcity 2 1536x1365.p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pic>
        <p:nvPicPr>
          <p:cNvPr id="7" name="Imagem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2309" y="404007"/>
            <a:ext cx="6496957" cy="5772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66125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Escritório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158</TotalTime>
  <Words>417</Words>
  <Application>Microsoft Office PowerPoint</Application>
  <PresentationFormat>Widescreen</PresentationFormat>
  <Paragraphs>104</Paragraphs>
  <Slides>14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14</vt:i4>
      </vt:variant>
    </vt:vector>
  </HeadingPairs>
  <TitlesOfParts>
    <vt:vector size="19" baseType="lpstr">
      <vt:lpstr>Aptos</vt:lpstr>
      <vt:lpstr>Aptos Display</vt:lpstr>
      <vt:lpstr>Arial</vt:lpstr>
      <vt:lpstr>Calibri</vt:lpstr>
      <vt:lpstr>Tema do Office</vt:lpstr>
      <vt:lpstr>INTERNET DAS COISAS E APLICAÇÕES</vt:lpstr>
      <vt:lpstr>APRESENTAÇÃO</vt:lpstr>
      <vt:lpstr>LEANDRO TOSS HOFFMANN</vt:lpstr>
      <vt:lpstr>IAL-011 – INTERNET DAS COISAS E APLICAÇÕES - PRESENCIAL – 80 Aulas</vt:lpstr>
      <vt:lpstr>Referências bibliográficas</vt:lpstr>
      <vt:lpstr>Calendário Acadêmico</vt:lpstr>
      <vt:lpstr>Apresentação do PowerPoint</vt:lpstr>
      <vt:lpstr>Avaliações</vt:lpstr>
      <vt:lpstr>Observações importantes</vt:lpstr>
      <vt:lpstr>Internet das Coisas</vt:lpstr>
      <vt:lpstr>Componentes de IoT</vt:lpstr>
      <vt:lpstr>Aplicações de IoT</vt:lpstr>
      <vt:lpstr>Cidades inteligentes</vt:lpstr>
      <vt:lpstr>50 aplicações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</dc:title>
  <dc:creator/>
  <cp:lastModifiedBy>Usuario</cp:lastModifiedBy>
  <cp:revision>14</cp:revision>
  <dcterms:created xsi:type="dcterms:W3CDTF">2025-05-14T21:53:46Z</dcterms:created>
  <dcterms:modified xsi:type="dcterms:W3CDTF">2026-02-09T20:11:41Z</dcterms:modified>
</cp:coreProperties>
</file>